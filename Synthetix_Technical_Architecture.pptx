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303520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Calibri"/>
              </a:rPr>
              <a:t>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 Light"/>
              </a:rPr>
              <a:t>SYNTHETIX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Complete Technical Architecture
&amp; Codebase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 Light"/>
              </a:rPr>
              <a:t>AI-Powered Synthetic Data Generation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49039"/>
            <a:ext cx="2011680" cy="320040"/>
          </a:xfrm>
          <a:prstGeom prst="rect">
            <a:avLst/>
          </a:prstGeom>
          <a:solidFill>
            <a:srgbClr val="1E2E45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3776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React 19 +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749039"/>
            <a:ext cx="2011680" cy="320040"/>
          </a:xfrm>
          <a:prstGeom prst="rect">
            <a:avLst/>
          </a:prstGeom>
          <a:solidFill>
            <a:srgbClr val="1E2E45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3776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FastAPI + 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749039"/>
            <a:ext cx="2011680" cy="320040"/>
          </a:xfrm>
          <a:prstGeom prst="rect">
            <a:avLst/>
          </a:prstGeom>
          <a:solidFill>
            <a:srgbClr val="1E2E45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776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LangGraph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749039"/>
            <a:ext cx="2011680" cy="320040"/>
          </a:xfrm>
          <a:prstGeom prst="rect">
            <a:avLst/>
          </a:prstGeom>
          <a:solidFill>
            <a:srgbClr val="1E2E45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3776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SDV / CTGAN / TVAE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749039"/>
            <a:ext cx="2011680" cy="320040"/>
          </a:xfrm>
          <a:prstGeom prst="rect">
            <a:avLst/>
          </a:prstGeom>
          <a:solidFill>
            <a:srgbClr val="1E2E45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3776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Docker + 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Analysis based on actual source code — backend · frontend · infra · AI/ML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What Is Synthetix?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Problem · Purpose · Core Functionality · User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1920240"/>
          </a:xfrm>
          <a:prstGeom prst="rect">
            <a:avLst/>
          </a:prstGeom>
          <a:solidFill>
            <a:srgbClr val="161E2B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87171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Real datasets contain PII — cannot be shared for testing/ML</a:t>
            </a:r>
          </a:p>
          <a:p>
            <a:pPr algn="l"/>
            <a:r>
              <a:rPr sz="1000">
                <a:solidFill>
                  <a:srgbClr val="F87171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Synthetic data requires statistics expertise &amp; costly tools</a:t>
            </a:r>
          </a:p>
          <a:p>
            <a:pPr algn="l"/>
            <a:r>
              <a:rPr sz="1000">
                <a:solidFill>
                  <a:srgbClr val="F87171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Manual generation is slow, biased, and doesn't preserve distributions</a:t>
            </a:r>
          </a:p>
          <a:p>
            <a:pPr algn="l"/>
            <a:r>
              <a:rPr sz="1000">
                <a:solidFill>
                  <a:srgbClr val="F87171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No end-to-end platform: profiling → generation → evaluation in one 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43000"/>
            <a:ext cx="5760720" cy="192024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4D399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Upload CSV / Excel / JSON / Parquet OR describe data in plain English</a:t>
            </a:r>
          </a:p>
          <a:p>
            <a:pPr algn="l"/>
            <a:r>
              <a:rPr sz="1000">
                <a:solidFill>
                  <a:srgbClr val="34D399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LLM automatically plans the generation strategy (CTGAN / TVAE / GaussianCopula)</a:t>
            </a:r>
          </a:p>
          <a:p>
            <a:pPr algn="l"/>
            <a:r>
              <a:rPr sz="1000">
                <a:solidFill>
                  <a:srgbClr val="34D399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Iterative agentic loop: generate → evaluate → optimize (up to 5 iterations)</a:t>
            </a:r>
          </a:p>
          <a:p>
            <a:pPr algn="l"/>
            <a:r>
              <a:rPr sz="1000">
                <a:solidFill>
                  <a:srgbClr val="34D399"/>
                </a:solidFill>
                <a:latin typeface="Calibri"/>
              </a:rPr>
              <a:t>▪ </a:t>
            </a:r>
            <a:r>
              <a:rPr sz="1000">
                <a:solidFill>
                  <a:srgbClr val="CBD5E1"/>
                </a:solidFill>
                <a:latin typeface="Calibri"/>
              </a:rPr>
              <a:t>Download final synthetic CSV passing statistical + privacy + ML-utility thresholds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242316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  <a:latin typeface="Calibri"/>
              </a:rPr>
              <a:t>CORE USER JOURNEY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Register &amp; Verify
Email OTP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8024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Upload file
or describe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Profiling &amp;
Relationship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Agentic Generation
Loop (LangGraph)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Evaluation:
Stat + Privacy +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6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611880"/>
            <a:ext cx="1783080" cy="1417320"/>
          </a:xfrm>
          <a:prstGeom prst="rect">
            <a:avLst/>
          </a:prstGeom>
          <a:solidFill>
            <a:srgbClr val="1A263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93192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Download
Synthetic 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Target Users: ML engineers, data scientists, QA teams, academic researchers needing privacy-safe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High-level component map — all components verified in source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527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BROWSER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React 19 · TypeScript · Vite
React Router v7 · TanStack Query
Axios · Framer Motion · Recharts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527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NGINX (Reverse Proxy)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727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Port 80/443
/api/* → FastAPI :8000
/* → React Frontend :80
100MB upload limit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887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2527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FASTAPI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5727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Python 3.12 · Uvicorn
Pydantic v2 · SQLAlchemy 2
JWT Auth · CORS middleware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1887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2527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LangGraph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5727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Planner → Generator
→ Evaluator → Optimizer
Up to 5 agentic iterations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889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529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LOCAL FILE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1729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./storage/uploads/
./storage/synthetic/
CSV, XLSX, JSON, Parquet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7889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8529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SQLite /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1729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SQLAlchemy ORM
4 tables: users, datasets,
jobs, api_keys, templates
Alembic migrations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7889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8529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Redis (Upstash/Local)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1729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Lazy-init client
Supports HTTP REST (Upstash)
and redis:// protocol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7889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8529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Groq API (LLM)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1729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llama-3.3-70b-versatile
LangChain-Groq client
Structured output via Pydantic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SDV Library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7731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GaussianCopulaSynthesizer
CTGANSynthesizer
TVAESynthesizer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3891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scikit-learn 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7731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RandomForestClassifier
RandomForestRegressor
KS-test · NearestNeighbors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3891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Resend Email 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7731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OTP delivery
Transactional emails
Fallback: logs in dev mode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389120"/>
            <a:ext cx="269748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FastAPI BackgroundTasks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773168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run_generation_job()
Non-blocking job dispatch
Per-request thread pool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2542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41422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2542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1422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2542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1422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2542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41422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↔ All inter-service communication is internal to the Docker network (synthetix-network bridge)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Every technology verified against package.json · requirements.txt · source imports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83464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36192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React 19.2 (UI framework)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TypeScript 6.0 (type safety)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Vite 8.3 (build tool, dev server)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React Router DOM 7.18 (SPA routing)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TanStack React Query 5 (server state)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Axios 1.20 (HTTP client)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Framer Motion 13 (animations)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Recharts 3.10 (data charts)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Lucide React (icon library)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oxlint (linter)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143000"/>
            <a:ext cx="283464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1704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536192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Python 3.12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FastAPI 0.110 (API framework)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Uvicorn (ASGI server)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SQLAlchemy 2 (ORM)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Pydantic v2 + pydantic-settings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python-jose (JWT tokens)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passlib + bcrypt (password hashing)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Alembic (DB migrations)</a:t>
            </a:r>
          </a:p>
          <a:p>
            <a:pPr algn="l"/>
            <a:r>
              <a:rPr sz="900">
                <a:solidFill>
                  <a:srgbClr val="FBBF24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resend (email SDK)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143000"/>
            <a:ext cx="283464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1704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AI /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536192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LangChain 1.4 + LangGraph 1.2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langchain-groq (Groq client)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Groq API → llama-3.3-70b-versatile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SDV 0.12: CTGAN, TVAE, GaussianCopula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scikit-learn (RandomForest, KNN)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SciPy (KS-test, stats)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pandas + numpy (data handling)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Faker (fallback seed generation)</a:t>
            </a:r>
          </a:p>
          <a:p>
            <a:pPr algn="l"/>
            <a:r>
              <a:rPr sz="900">
                <a:solidFill>
                  <a:srgbClr val="A78BFA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copulas + ctgan + deepecho (SDV deps)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143000"/>
            <a:ext cx="283464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1704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INFRA &amp;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536192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Docker + Docker Compose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Nginx:alpine (reverse proxy)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PostgreSQL 15 (prod DB)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SQLite (dev/local default)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Redis 7 / Upstash Redis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Render.com (cloud deployment)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Vercel (frontend deployment)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vercel.json + render.yaml</a:t>
            </a:r>
          </a:p>
          <a:p>
            <a:pPr algn="l"/>
            <a:r>
              <a:rPr sz="900">
                <a:solidFill>
                  <a:srgbClr val="34D399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Local file storage (./storage/)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Codebase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Repository layout derived from actual directory listing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5440680"/>
          </a:xfrm>
          <a:prstGeom prst="rect">
            <a:avLst/>
          </a:prstGeom>
          <a:solidFill>
            <a:srgbClr val="0A141E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11338560" cy="529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ourier New"/>
              </a:rPr>
              <a:t>agentic-ai/
├── backend/                       ← Python FastAPI service
│   ├── app/
│   │   ├── api/routes/            ← auth · datasets · jobs · api_keys · templates · usage
│   │   ├── agents/                ← SeedGenerator · GenerationPlanner · Evaluation · Optimization · Profiling · Requirements
│   │   ├── graph/                 ← LangGraph: state · nodes · routers · workflow
│   │   ├── workers/               ← graph_worker.py  (BackgroundTasks entry point)
│   │   ├── tools/                 ← data_loader · dataset_profiler · relationship_analyzer
│   │   │                             synthetic_generator · statistical_evaluator · privacy_checker · ml_utility_evaluator
│   │   ├── models/                ← SQLAlchemy ORM: User · Dataset · Job · ApiKey · Template
│   │   ├── schemas/               ← Pydantic schemas: user · dataset · evaluation · planner · optimization
│   │   ├── core/                  ← config · security · llm_provider · logging · error_sanitiser · disposable_email
│   │   ├── cache/                 ← redis.py  (lazy Upstash/local Redis init)
│   │   ├── prompts/               ← system prompts for each agent (planner · evaluation · optimization · profiling)
│   │   └── main.py                ← FastAPI app, CORS, router registration, DB init
│   ├── migrations/                ← Alembic migration scripts
│   ├── Dockerfile
│   └── requirements.txt
├── frontend/                      ← React + TypeScript SPA
│   └── src/
│       ├── pages/                 ← Home · Login · Register · Verify · Dashboard · UploadWizard
│       │                            History · DatasetDetail · JobTracker · Profile · Templates · Pricing
│       ├── components/layout/     ← AppLayout (protected route wrapper)
│       ├── context/               ← AuthContext (token + user state)
│       └── lib/                   ← api.ts  (API_BASE, axios config)
├── nginx/nginx.conf               ← Reverse proxy config
├── docker-compose.yml             ← postgres · redis · backend · frontend · nginx
├── render.yaml                    ← Render.com deployment spec
└── storage/                       ← Runtime file storage (uploads/ · synthetic/)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Frontend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React 19 · TypeScript 6 · Vite 8 · React Router DOM 7 · TanStack Query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33832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Page /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179576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179576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Key 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17904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  (Home)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517904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Marketing landing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517904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Framer Motion animations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19656"/>
            <a:ext cx="11521440" cy="338328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56232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56232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Email + password signup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856232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Axios POST /api/v1/auth/register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57984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19456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194560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6-digit OTP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194560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Axios POST /api/v1/auth/verify-otp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96312"/>
            <a:ext cx="11521440" cy="338328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32888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532888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Email/password login → JWT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32888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localStorage token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871216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2871216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Dataset stats, job counts,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871216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Recharts, TanStack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72968"/>
            <a:ext cx="11521440" cy="338328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209544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/app/generate  (UploadWizard)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3209544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File upload OR prompt-based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209544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MultiStep wizard, FormData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11296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47872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3547872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Predefined dataset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547872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TanStack Query, GET /api/templates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49624"/>
            <a:ext cx="11521440" cy="338328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86200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/app/datasets  (History)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3886200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All user datasets, status badges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886200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Polling, filter, sort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187952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224528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/app/datasets/:id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4224528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Per-dataset detail + evaluation 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4224528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Recharts score charts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526280"/>
            <a:ext cx="11521440" cy="338328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562856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/app/jobs/:jobId  (JobTracker)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4562856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Real-time job progress (polling)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4562856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setInterval polling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864608"/>
            <a:ext cx="11521440" cy="338328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901184"/>
            <a:ext cx="3200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/app/settings  (Profile)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80" y="4901184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User profile, API keys, password change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79" y="4901184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PATCH /api/v1/auth/me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212080"/>
            <a:ext cx="1152144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57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  <a:latin typeface="Calibri"/>
              </a:rPr>
              <a:t>AUTH STATE &amp; API COMMUNICATION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532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AuthContext (React Context API) stores { user, token, login(), logout(), isLoading }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JWT token persisted in localStorage · injected into all Axios requests as Bearer header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Token set globally: axios.defaults.headers.common['Authorization'] = `Bearer ${token}`</a:t>
            </a:r>
          </a:p>
          <a:p>
            <a:pPr algn="l"/>
            <a:r>
              <a:rPr sz="900">
                <a:solidFill>
                  <a:srgbClr val="38BDF8"/>
                </a:solidFill>
                <a:latin typeface="Calibri"/>
              </a:rPr>
              <a:t>▪ </a:t>
            </a:r>
            <a:r>
              <a:rPr sz="900">
                <a:solidFill>
                  <a:srgbClr val="CBD5E1"/>
                </a:solidFill>
                <a:latin typeface="Calibri"/>
              </a:rPr>
              <a:t>Protected routes wrapped in &lt;AppLayout&gt; which reads AuthContext · redirects unauthenticated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Backend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FastAPI 0.110 · Python 3.12 · SQLAlchemy 2 · Pydantic v2 · Uvicorn ASGI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HTTP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18872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Browser / API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63624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81912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18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276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Reverse proxy on :80/443 → backend:8000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02536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57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FastAPI /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0665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ASGI server, CORS middleware, global exception 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441448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59736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96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Pydantic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5054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Request body, path params, query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880360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98648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352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JWT Auth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94436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get_current_user() decodes token → fetches User from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319272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37560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741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Route Handler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38328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Business logic in api/routes/*.py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758184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76472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813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Service /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8221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dataset_profiler · synthetic_generator · evaluators etc.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197096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15384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SQLAlchemy 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26110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Session(db) → query / add / commit / rollback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636008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54296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690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BackgroundTasks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70001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run_generation_job(job_id) dispatched 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5074920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093208"/>
            <a:ext cx="4754880" cy="420624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1297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JSON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513892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Pydantic response_model serialization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1143000"/>
            <a:ext cx="6492240" cy="544068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  <a:latin typeface="Calibri"/>
              </a:rPr>
              <a:t>KEY PATTERNS &amp; MIDDLEWARE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14813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Error Sanitisation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7373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Global @app.exception_handler(Exception) catches all unhandled exceptions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error_sanitiser.py maps internal exception strings → user-safe messages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Internal stack traces never exposed to API clients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87121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CORS Middleware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3127248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allow_origins: localhost:5173, :3000, :8000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allow_origin_regex: any localhost/*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allow_credentials=True for cookie/auth headers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426110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Background Jobs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517136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FastAPI BackgroundTasks (built-in, in-process)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background_tasks.add_task(run_generation_job, job_id)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Job status tracked in DB: PENDING → RUNNING → COMPLETED/FAILED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SELECT FOR UPDATE prevents concurrent duplicate execution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99846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Thread Pool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254496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run_in_threadpool() for CPU-bound profiling &amp; relationship analysis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Prevents blocking the event loop on heavy pandas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API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REST API groups · representative endpoints · auth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196596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1152144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AUTH  /api/v1/auth/…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44752"/>
            <a:ext cx="1124712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/register          Register user (disposable email check, OTP generation, Resend email)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/verify-otp        Verify 6-digit OTP (10 min expiry, max 5 attempts, 60s resend cooldown)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/login             OAuth2 form → JWT bearer token (7-day expiry)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/me                Current user profile  [JWT required]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PATCH /me               Update display name  [JWT required]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/change-password   bcrypt verify + re-hash  [JWT required]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/forgot-password   Enum-safe: always same response regardless of email existence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82112"/>
            <a:ext cx="11521440" cy="214884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182112"/>
            <a:ext cx="115214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DATASETS  /api/datasets/…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83864"/>
            <a:ext cx="112471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/upload            Multipart file upload (CSV/XLSX/JSON/Parquet), profile &amp; analyze → DB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/generate-from-prompt  LLM seed generation → profile → auto-start job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                  List all user's datasets (ordered by created_at desc)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/{id}              Single dataset detail  [JWT, ownership check]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/{id}/profile      Statistical profile JSON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/{id}/relationships  Pearson correlation matrix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/{id}/generate     Create &amp; enqueue new generation job  [JWT]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DELETE /{id}            Delete dataset + jobs + source file (blocks if jobs running)  [JWT]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404104"/>
            <a:ext cx="11521440" cy="11887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404104"/>
            <a:ext cx="1152144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422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JOBS  /api/jobs/…  &amp;  /api/generations/…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705856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/{job_id}              Job status + evaluation_report JSON  [JWT]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/{job_id}/download     FileResponse: synthetic CSV (only if COMPLETED)  [JWT]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/by-dataset/{dataset_id}  Latest job for a dataset (used by History page)  [JWT]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665976"/>
            <a:ext cx="11521440" cy="141732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6665976"/>
            <a:ext cx="11521440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842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OTHER  /api/…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967728"/>
            <a:ext cx="1124712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/api/health             Health check (public, no auth)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/api/api-keys/          List user's active API keys  [JWT]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POST /api/api-keys/          Create API key (secrets.token_urlsafe(32), stored as SHA-256 hash)  [JWT]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DELETE /api/api-keys/{id}    Soft-delete (is_active = False)  [JWT]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/api/templates/         Predefined dataset templates  [JWT]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  → </a:t>
            </a:r>
            <a:r>
              <a:rPr sz="850">
                <a:solidFill>
                  <a:srgbClr val="CBD5E1"/>
                </a:solidFill>
                <a:latin typeface="Calibri"/>
              </a:rPr>
              <a:t>GET  /api/usage/             Usage stats endpoint  [JWT]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Database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SQLAlchemy ORM · SQLite (dev) / PostgreSQL 15 (prod) · Alembic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83464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79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27048"/>
            <a:ext cx="2651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id  INT PK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email  VARCHAR(255) UNIQUE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hashed_password  VARCHAR(255)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name  VARCHAR(255) NULL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is_verified  BOOL DEFAULT FALSE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otp_code  VARCHAR(255) NULL (SHA-256 hashed)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otp_expires_at  DATETIME TZ NULL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otp_attempts  INT DEFAULT 0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otp_last_sent_at  DATETIME TZ NULL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verification_token  VARCHAR(255) NULL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created_at  DATETIME TZ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CONSTRAINT: otp_attempts 0-10</a:t>
            </a:r>
          </a:p>
          <a:p>
            <a:pPr algn="l"/>
            <a:r>
              <a:rPr sz="800">
                <a:solidFill>
                  <a:srgbClr val="38BDF8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INDEX: (email, is_verified)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143000"/>
            <a:ext cx="283464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179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527048"/>
            <a:ext cx="2651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id  INT PK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user_id  INT FK→users.id CASCADE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name  VARCHAR(255)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source_type  VARCHAR(50)  [upload|prompt]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source_filename  VARCHAR(512) (disk path)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row_count  INT  [1-30000]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column_count  INT  [1-100]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prompt  VARCHAR(2000) NULL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profile_json  JSON NULL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relationships_json  JSON NULL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created_at  DATETIME TZ</a:t>
            </a:r>
          </a:p>
          <a:p>
            <a:pPr algn="l"/>
            <a:r>
              <a:rPr sz="800">
                <a:solidFill>
                  <a:srgbClr val="FBBF24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INDEX: (user_id, created_at)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143000"/>
            <a:ext cx="283464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179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527048"/>
            <a:ext cx="2651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id  INT PK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user_id  INT FK→users.id CASCADE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dataset_id  INT FK→datasets.id CASCADE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status  ENUM [pending|running|completed|failed]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current_step  VARCHAR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error_message  VARCHAR NULL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evaluation_report_json  JSON NULL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synthetic_file_path  VARCHAR NULL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created_at  DATETIME TZ</a:t>
            </a:r>
          </a:p>
          <a:p>
            <a:pPr algn="l"/>
            <a:r>
              <a:rPr sz="800">
                <a:solidFill>
                  <a:srgbClr val="A78BFA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updated_at  DATETIME TZ (auto-update)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143000"/>
            <a:ext cx="2834640" cy="539496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143000"/>
            <a:ext cx="283464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179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api_keys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527048"/>
            <a:ext cx="2651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id  INT PK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user_id  INT FK→users.id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name  VARCHAR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key_hash  VARCHAR UNIQUE (SHA-256)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key_preview  VARCHAR  [first4...last4]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is_active  BOOL DEFAULT TRUE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last_used_at  DATETIME TZ NULL</a:t>
            </a:r>
          </a:p>
          <a:p>
            <a:pPr algn="l"/>
            <a:r>
              <a:rPr sz="800">
                <a:solidFill>
                  <a:srgbClr val="34D399"/>
                </a:solidFill>
                <a:latin typeface="Calibri"/>
              </a:rPr>
              <a:t> </a:t>
            </a:r>
            <a:r>
              <a:rPr sz="800">
                <a:solidFill>
                  <a:srgbClr val="CBD5E1"/>
                </a:solidFill>
                <a:latin typeface="Calibri"/>
              </a:rPr>
              <a:t>created_at  DATETIME TZ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RELATIONSHIPS:  users 1→N datasets  |  users 1→N jobs  |  datasets 1→N jobs  |  users 1→N api_keys  |  templates (standalone)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Authentication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JWT (HS256) · bcrypt · OTP (SHA-256) · disposable-email block · error sanitisation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179576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188720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Email (pydantic EmailStr) + password +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577340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86484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23060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Disposable Email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32204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DisposableEmailService checks ~300 known temp-mail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20824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29968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066544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Password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075688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passlib CryptContext → bcrypt hash stored in users.hashed_password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464308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73452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510028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OTP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2519172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random.SystemRandom().randint(0,999999) → SHA-256 hashed → stored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907792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16936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953512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OTP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6312" y="2962656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Resend SDK → HTML email  |  Dev: logs OTP to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351276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60420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396996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VERIFY OTP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3406140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Max 5 attempts · 10-min expiry · 60s resend cooldown · rate-limit 429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794760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03904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840480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96312" y="3849624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OAuth2PasswordRequestForm → verify bcrypt → create_access_token(user.id)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238244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47388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283964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JWT 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96312" y="4293108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HS256 · sub=user_id · exp=7 days · stored in localStorage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681728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90872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727448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AUTHENTICATED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96312" y="4736592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Bearer token → get_current_user() decodes JWT → fetches 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125212"/>
            <a:ext cx="274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34356"/>
            <a:ext cx="5577840" cy="425196"/>
          </a:xfrm>
          <a:prstGeom prst="rect">
            <a:avLst/>
          </a:prstGeom>
          <a:solidFill>
            <a:srgbClr val="161E2B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5170932"/>
            <a:ext cx="21031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7171"/>
                </a:solidFill>
                <a:latin typeface="Calibri"/>
              </a:rPr>
              <a:t>FORGOT PASSWORD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96312" y="5180076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Always returns same message (enum-safe) · reset flow is placeholder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143000"/>
            <a:ext cx="5742432" cy="544068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SECURITY IMPLEMENTATIONS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150876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bcrypt password hashing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176479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OTP stored as SHA-256 hash (never plaintext)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02082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JWT HS256, 7-day expiry, secret from env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227685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Disposable email domain blocklist (300+ domains)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53288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OTP attempt limiting (max 5) + resend cooldown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7889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Error sanitiser — no internal details in API responses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04495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User-ownership checks on all data queries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30098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SELECT FOR UPDATE prevents race condition on jobs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55701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Prompt length capped at 2000 chars (DB constraint)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81304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Row/column count constraints on Dataset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06908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API keys stored as SHA-256 hash, preview 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32511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File extension whitelist on uploads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8114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✓ File size limit enforced (MAX_UPLOAD_SIZE_MB)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83717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  <a:latin typeface="Calibri"/>
              </a:rPr>
              <a:t>✗ No rate limiting on API endpoints (not found)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0932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  <a:latin typeface="Calibri"/>
              </a:rPr>
              <a:t>✗ No CSRF tokens (SPA, relies on Bearer auth)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534924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  <a:latin typeface="Calibri"/>
              </a:rPr>
              <a:t>✗ Password reset flow is placeholder (not complete)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56052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  <a:latin typeface="Calibri"/>
              </a:rPr>
              <a:t>✗ No token revocation / refresh token mechanism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Core Application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End-to-end: user action → API → background job →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PATH A: Upload Real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PATH B: Generate from Prompt (Text-to-Dataset)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9616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User uploads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50876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CSV / XLSX / JSON / Parquet (≤50MB)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56232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92808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90195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Extension · size · row 8-30000 · columns ≤100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9424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86000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data_loader.py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29514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load_from_file() → DataFrame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42616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79192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dataset_profiler.py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68833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Statistical profile (mean, std, KS, top-categories)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35808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72384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relationship_analyzer.py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815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Pearson correlation matrix for numeric cols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29000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65576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Save Dataset to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profile_json, relationships_json, row_count stored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22192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58768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User triggers 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6791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POST /api/datasets/{id}/generate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15384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51960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Job created (PENDING)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26110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Job row inserted · status = PENDING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08576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645152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BackgroundTasks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65429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background_tasks.add_task(run_generation_job, job_id)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01768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38344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LangGraph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04748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build_workflow().invoke(initial_state)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394960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431536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Result persisted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44068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synthetic_file_path saved to DB, job = COMPLETED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788152"/>
            <a:ext cx="539496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824728"/>
            <a:ext cx="2011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User downloads 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83387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GET /api/jobs/{id}/download → FileResponse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463040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499616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User submits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150876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"Generate 500 rows of customer sales data"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1856232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1892808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SeedGeneratorAgent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190195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Stage 1: LLM designs JSON schema (columns + types)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249424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2286000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LLM → schema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9514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llama-3.3-70b → { columns: [{name, data_type, desc}] 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642616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267919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SeedGeneratorAgent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68833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Stage 2: LLM generates 10-row seed CSV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3035808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072384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Fallback (rate limit)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0815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Faker-based CSV generated if LLM fails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429000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465576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Save seed to /uploads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34747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Written as .csv temp file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3822192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3858768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Auto-profile seed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386791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Same profiling pipeline as Path 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215384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4251960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Dataset created (prompt)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426110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source_type='prompt', enriched_prompt stored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4608576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464515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Job auto-enqueued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65429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Job immediately created and dispatched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5001768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5038344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LangGraph Workflow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504748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Same agentic generation loop as Path 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5394960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0" y="5431536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Result persisted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44068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synthetic_file_path saved to DB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5788152"/>
            <a:ext cx="5715000" cy="374904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5824728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User downloads CSV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583387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GET /api/jobs/{id}/download → FileResponse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AI / LLM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LangChain 1.4 · LangGraph 1.2 · Groq API · llama-3.3-70b-versatile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4572000" cy="1371600"/>
          </a:xfrm>
          <a:prstGeom prst="rect">
            <a:avLst/>
          </a:prstGeom>
          <a:solidFill>
            <a:srgbClr val="161E2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LLM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Provider: Groq API (langchain-groq)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Model: llama-3.3-70b-versatile (configurable via LLM_MODEL env)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get_llm(temp) → ChatGroq instance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get_structured_llm(schema) → ChatGroq | PydanticOutputParser | retry(3)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Retry: with_retry(stop_after_attempt=3, wait_exponential_jitter=True)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40"/>
            <a:ext cx="11521440" cy="54864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426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426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Temp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426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4261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64261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alibri"/>
              </a:rPr>
              <a:t>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11521440" cy="54864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9125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SeedGeneratorAgent
(Stage 1: Schema)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9125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1912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User prompt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9125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JSON schema dict
{dataset_topic, columns}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19125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_generate_fallback_schema()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11521440" cy="5486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3989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SeedGeneratorAgent
(Stage 2: CSV)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73989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7398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Schema +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10-row seed CSV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73989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Faker-based 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51960"/>
            <a:ext cx="11521440" cy="54864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8853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RequirementSchemaAgent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8853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2885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User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28853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Structured NLP analysis
(Pydantic model)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28853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Skipped silently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11521440" cy="5486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8371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GenerationPlannerAgent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83717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483717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Schema + profile +
relationships + req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83717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GenerationPlan:
model + parameters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83717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CTGAN default plan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49240"/>
            <a:ext cx="11521440" cy="54864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3858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EvaluationAgent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3858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53858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EvaluationReport
(scores + details)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538581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Human-readable
summary 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38581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Fallback string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97880"/>
            <a:ext cx="11521440" cy="5486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93445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78BFA"/>
                </a:solidFill>
                <a:latin typeface="Calibri"/>
              </a:rPr>
              <a:t>OptimizationAgent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593445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0.2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80" y="59344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Current plan +
evaluation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93445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OptimizationPlan:
new_model + params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93445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Sets is_successful=False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Context limits enforced in every agent: schema≤1500 chars · profile≤1000 · eval_report≤3000 · user_prompt≤2000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Dataset Generation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LangGraph agentic loop · SDV synthesis · iterative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029200" cy="9601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219456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plan_generation_node
(PLANNER)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2344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RequirementSchemaAgent → NLP analysis
GenerationPlannerAgent → picks CTGAN / TVAE / GaussianCopula + hyperparams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5029200" cy="96012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40280"/>
            <a:ext cx="219456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generate_data_node
(GENERATOR)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677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Reads real CSV from disk
Fits SDV model · samples row_count rows
Writes synthetic CSV to /tmp (not in state)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36392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09544"/>
            <a:ext cx="5029200" cy="96012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73552"/>
            <a:ext cx="219456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evaluate_data_node
(EVALUATOR)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30098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stat_score × 0.4  +  privacy_score × 0.4  +  ml_score × 0.2
Tracks best result across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169664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42816"/>
            <a:ext cx="5029200" cy="96012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306824"/>
            <a:ext cx="219456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should_optimize()
(ROUTER)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33425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If passed or iteration ≥ max_iterations → END
Else → optimizer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76088"/>
            <a:ext cx="5029200" cy="9601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340096"/>
            <a:ext cx="219456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optimize_plan_node
(OPTIMIZER)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36752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OptimizationAgent: analyze failure → new model + parameters
Loops back to GENERATOR (max 5 iterations)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Calibri"/>
              </a:rPr>
              <a:t>↺ loops 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143000"/>
            <a:ext cx="6172200" cy="544068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EVALUATION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50876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Statistical Score  ×0.4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1764792"/>
            <a:ext cx="585216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KS-test for numeric columns (D-statistic → 1-D = similarity)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Total Variation Distance (TVD) for categorical columns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Mean difference ratio penalty on numeric columns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Score per column → average across all columns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0815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Privacy Score  ×0.4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337560"/>
            <a:ext cx="585216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Exact row match detection via pd.merge(synth, real, how='inner')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DCR: NearestNeighbors(k=1) in scaled numeric space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Too-close threshold: scaled distance &lt; 0.01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Privacy = (1 - exact_match_ratio)×0.5 + dcr_score×0.5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65429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ML Utility Score  ×0.2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910328"/>
            <a:ext cx="5852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Train RandomForestClassifier / Regressor on real vs. synthetic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Test both on real holdout set (20% split)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Score = F1_synth / F1_real  OR  R2_synth / R2_real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9161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Thresholds &amp;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6172200"/>
            <a:ext cx="5852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Quality threshold: 0.65 (configurable QUALITY_THRESHOLD env)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Privacy floor: max(0.5, threshold - 0.15)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On threshold miss after max_iterations → best result returned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Third-Party Services &amp; External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All integrations verified from source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978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19786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197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Location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97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197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1978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Failure Handling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90472"/>
            <a:ext cx="11521440" cy="813816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27048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A78BFA"/>
                </a:solidFill>
                <a:latin typeface="Calibri"/>
              </a:rPr>
              <a:t>Groq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527048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LLM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527048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app/core/llm_provider.py
ChatGroq(model=LLM_MODEL, api_key=LLM_API_KEY)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527048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User prompt → planning, seed gen, evaluation summary,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527048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GROQ_API_KEY env var · SDK: langchain-groq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527048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Rate-limit → LLM retries x3 · then fallback (Faker/default plan)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04288"/>
            <a:ext cx="11521440" cy="813816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340864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Resend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340864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Transactional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340864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app/api/routes/auth.py
resend.Emails.send({...})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340864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OTP verification codes sent as HTML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340864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RESEND_API_KEY env var · SDK: resend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340864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If key missing/placeholder → OTP logged to console (dev mode)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18104"/>
            <a:ext cx="11521440" cy="813816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154680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8BDF8"/>
                </a:solidFill>
                <a:latin typeface="Calibri"/>
              </a:rPr>
              <a:t>Upstash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154680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Caching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154680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app/cache/redis.py
redis.Redis.from_url(UPSTASH_REDIS_URL)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154680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Redis client initialized · redis.py module exists but
no active caching logic found in route handlers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154680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UPSTASH_REDIS_URL + UPSTASH_REDIS_TOKEN env vars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154680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Lazy init: connection failure at startup does NOT crash 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31920"/>
            <a:ext cx="11521440" cy="813816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968496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SDV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3968496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Synthetic data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968496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app/tools/synthetic_generator.py
from sdv.single_table import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968496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CTGAN / TVAE / GaussianCopula synthesizers
fit(real_df) + sample(num_rows)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3968496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Local Python package · no external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968496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LLM-hallucinated params sanitized via whitelist before construction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745736"/>
            <a:ext cx="11521440" cy="813816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782312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Render.com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782312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Backend cloud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478231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render.yaml
type: web, runtime: 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782312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Dockerized FastAPI backend deployed to Render free tier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4782312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env vars injected via render.yaml · SECRET_KEY auto-generated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782312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N/A (deployment platform)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559552"/>
            <a:ext cx="11521440" cy="813816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596128"/>
            <a:ext cx="11887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8BDF8"/>
                </a:solidFill>
                <a:latin typeface="Calibri"/>
              </a:rPr>
              <a:t>Vercel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5596128"/>
            <a:ext cx="105156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Frontend deployment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5596128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BBF24"/>
                </a:solidFill>
                <a:latin typeface="Calibri"/>
              </a:rPr>
              <a:t>frontend/vercel.json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596128"/>
            <a:ext cx="27432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CBD5E1"/>
                </a:solidFill>
                <a:latin typeface="Calibri"/>
              </a:rPr>
              <a:t>React SPA built with Vite · served on Vercel CDN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5596128"/>
            <a:ext cx="2468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4D399"/>
                </a:solidFill>
                <a:latin typeface="Calibri"/>
              </a:rPr>
              <a:t>VITE_API_BASE_URL env var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596128"/>
            <a:ext cx="1920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64748B"/>
                </a:solidFill>
                <a:latin typeface="Calibri"/>
              </a:rPr>
              <a:t>N/A (deployment platform)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Background Processing, Caching &amp; Job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FastAPI BackgroundTasks · Redis module · Job 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394960" cy="384048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JOB STATE MACHINE  (jobs table)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3716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002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Job created, queued in BackgroundTasks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13716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945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SELECT FOR UPDATE lock · workflow executing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0604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137160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7889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synthetic_file_path set · evaluation_report_json stored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004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3832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error_message set (sanitised) · temp files cleaned 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46120"/>
            <a:ext cx="5394960" cy="150876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10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  <a:latin typeface="Calibri"/>
              </a:rPr>
              <a:t>CONCURRENCY &amp; RACE-CONDITION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84448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SELECT FOR UPDATE locks job row before updating status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If job.status == RUNNING when picked up → silently skip (dedup)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Atomic file write: write to .tmp → os.rename() (POSIX atomic)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Temp file cleanup in finally block → no orphan files on crash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06440" cy="237744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207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REDIS MODULE  (app/cache/redis.py)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463040"/>
            <a:ext cx="5486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Lazy-init: Redis client created only on first call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Supports Upstash HTTPS REST URL and standard redis:// URL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socket_connect_timeout=5s to prevent startup hangs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IMPORTANT: Redis client initialized but no active caching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calls found in route handlers (Strong inference: prepared for future)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In docker-compose.yml Redis container is present and healthy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657600"/>
            <a:ext cx="5806440" cy="292608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721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ROW COUNT &amp; FILE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005072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Max rows: 30,000 (checked at upload, prompt parse, and graph_worker)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Min rows: 8 (upload) / 8 (seed generator output)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Row-count priority: prompt parsing &gt; profile_json &gt; real_df length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Post-generation: trim / resample with replacement to exact count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Dedup after generation → refill from existing pool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 storage: ./storage/uploads/ and ./storage/synthetic/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Uploaded files deleted with dataset on DELETE API call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Synthetic files never auto-deleted (user downloads them)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Error Handling &amp; Failure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Global handler · error sanitiser · LLM retries · fallbacks · job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4389120" cy="544068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REQUEST ERROR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alibri"/>
              </a:rPr>
              <a:t>HTTP Request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Pydantic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57984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↳ 422 Unprocessable Entity (auto)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96312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JWT Auth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↳ 401 Unauthorized (safe message)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alibri"/>
              </a:rPr>
              <a:t>Route handler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11296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7171"/>
                </a:solidFill>
                <a:latin typeface="Calibri"/>
              </a:rPr>
              <a:t>HTTPException raised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9624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↳ Returned as-is to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87952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7171"/>
                </a:solidFill>
                <a:latin typeface="Calibri"/>
              </a:rPr>
              <a:t>Unexpected 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  ↳ global_exception_handler()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64608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  ↳ error_sanitiser.safe_error_message()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02936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↳ 500 + user-safe message (no stack trace)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143000"/>
            <a:ext cx="6858000" cy="233172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207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LLM / AGENT FAILURE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463040"/>
            <a:ext cx="6583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LLMProvider.get_structured_llm → with_retry(stop_after_attempt=3, jitter)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SeedGeneratorAgent: up to 3 schema attempts → fallback to _generate_fallback_schema()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SeedGeneratorAgent: up to 3 CSV attempts → fallback to Faker-based _generate_fallback_csv()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GenerationPlannerAgent: on exception → default plan (CTGAN, epochs=50, batch_size=100)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OptimizationAgent: on exception → sets is_successful=False, iteration=max (ends loop)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EvaluationAgent: on exception → fallback string 'Overall score: X. Passed: Y'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ProfilingAgent: exception propagates (not critical-path in current routing)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66160"/>
            <a:ext cx="6858000" cy="160020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6301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SDV MODEL FAILURE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88620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Unknown model name → fallback to GaussianCopulaGenerator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CTGAN: LLM-hallucinated params sanitized via whitelist before construction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CTGAN: batch_size capped to n_rows and made even to avoid pac assertion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TVAE: batch_size capped to n_rows and made even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GaussianCopula: unsupported params silently dropped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257800"/>
            <a:ext cx="6858000" cy="1325880"/>
          </a:xfrm>
          <a:prstGeom prst="rect">
            <a:avLst/>
          </a:prstGeom>
          <a:solidFill>
            <a:srgbClr val="161E2B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53218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Calibri"/>
              </a:rPr>
              <a:t>BACKGROUND JOB FAILURE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57784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Entire graph_worker.py wrapped in try/except → job.status = FAILED on any exception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Finally block always closes DB session and cleans temp synthetic file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Best-result fallback: if iterations exhausted, saves best-seen result instead of failing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Error message sanitised before storing in DB (safe_error_message)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Security Analysis &amp; Performance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Implemented vs. gaps · bottlenecks identified from source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00" cy="274320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✓ SECURITY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bcrypt password hashing (passlib CryptContext)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OTP hashed as SHA-256 before DB storage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JWT HS256 tokens · 7-day expiry · secret from env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Disposable email blocklist (300+ domains)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OTP max-attempts + resend cooldown (rate limiting on OTP)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Error sanitiser: internal details never exposed to API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Ownership checks on every dataset/job query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SELECT FOR UPDATE prevents concurrent job race conditions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API keys: stored as SHA-256 hash · only preview shown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 extension whitelist (CSV/XLSX/JSON/Parquet only)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 size limit (configurable MAX_UPLOAD_SIZE_MB)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Prompt length capped at 2000 chars (DB + API constraint)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LLM param sanitization (whitelist prevents injection of bad params)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77639"/>
            <a:ext cx="5486400" cy="2606040"/>
          </a:xfrm>
          <a:prstGeom prst="rect">
            <a:avLst/>
          </a:prstGeom>
          <a:solidFill>
            <a:srgbClr val="161E2B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Calibri"/>
              </a:rPr>
              <a:t>✗ MISSING / POTENTIAL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25112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rate limiting on API endpoints (no middleware found)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Password reset flow is placeholder — no token generation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JWT refresh token mechanism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token revocation / blacklisting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CSRF: relies on Bearer auth only (SPA pattern, acceptable)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content-type validation on uploads beyond extension</a:t>
            </a:r>
          </a:p>
          <a:p>
            <a:pPr algn="l"/>
            <a:r>
              <a:rPr sz="850">
                <a:solidFill>
                  <a:srgbClr val="F87171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SQL injection: mitigated by SQLAlchemy ORM (parameterized queries)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06440" cy="274320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⚡ PERFORMANCE — 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81328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run_in_threadpool() for CPU-bound profiling &amp; analysis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DataFrames NOT stored in LangGraph state (file paths only)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Atomic file writes (write .tmp → os.rename()) prevent corruption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Lazy Redis init (no startup failure if Redis unavailable)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Max row limit 30,000 caps memory usage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Max prompt length 2000 chars limits LLM token usage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Context truncation per agent (1000-3000 char limits)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SDV param sanitization prevents wasted training on bad configs</a:t>
            </a:r>
          </a:p>
          <a:p>
            <a:pPr algn="l"/>
            <a:r>
              <a:rPr sz="850">
                <a:solidFill>
                  <a:srgbClr val="38BDF8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Indexed DB columns: email, user_id, dataset_id,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977639"/>
            <a:ext cx="5806440" cy="260604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⚠ BOTTLENECKS / SCALABILITY CONCERNS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325112"/>
            <a:ext cx="5577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BackgroundTasks is in-process: blocking one uvicorn worker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dedicated task queue (Celery/RQ) — one job per request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CTGAN/TVAE training on 30K rows is CPU-intensive (minutes)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LangGraph workflow is synchronous (workflow.invoke())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caching of generated results (Redis module unused currently)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 storage is local disk — not shared across replicas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SQLite in dev: not suitable for concurrent writes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Deployment &amp;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Docker Compose (local) · Render.com (backend) · Vercel (frontend) · Nginx reverse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029200" cy="448056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DOCKER COMPOSE SERVICES  (docker-compose.yml)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4754880" cy="768096"/>
          </a:xfrm>
          <a:prstGeom prst="rect">
            <a:avLst/>
          </a:prstGeom>
          <a:solidFill>
            <a:srgbClr val="1A263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63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563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Calibri"/>
              </a:rPr>
              <a:t>postgres:15-alpine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74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Port 5432, persistent volume,
healthcheck: pg_isready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4754880" cy="768096"/>
          </a:xfrm>
          <a:prstGeom prst="rect">
            <a:avLst/>
          </a:prstGeom>
          <a:solidFill>
            <a:srgbClr val="1A263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86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Calibri"/>
              </a:rPr>
              <a:t>redis:7-alpine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Port 6379, appendonly, persistent volume,
healthcheck: redis-cli 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4754880" cy="768096"/>
          </a:xfrm>
          <a:prstGeom prst="rect">
            <a:avLst/>
          </a:prstGeom>
          <a:solidFill>
            <a:srgbClr val="1A263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9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095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Calibri"/>
              </a:rPr>
              <a:t>Custom Dockerfile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Depends on postgres+redis healthy,
healthcheck: curl /api/health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40"/>
            <a:ext cx="4754880" cy="768096"/>
          </a:xfrm>
          <a:prstGeom prst="rect">
            <a:avLst/>
          </a:prstGeom>
          <a:solidFill>
            <a:srgbClr val="1A263A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32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325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Calibri"/>
              </a:rPr>
              <a:t>Custom 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Depends on backend,
VITE_API_BASE_URL build arg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4754880" cy="768096"/>
          </a:xfrm>
          <a:prstGeom prst="rect">
            <a:avLst/>
          </a:prstGeom>
          <a:solidFill>
            <a:srgbClr val="1A263A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554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nginx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855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Calibri"/>
              </a:rPr>
              <a:t>nginx:alpine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Ports 80/443, 100MB upload limit,
300s read timeout for generation 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All services on synthetix-network bridge · exposed only via Nginx on host ports 80/443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143000"/>
            <a:ext cx="6263640" cy="219456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ENVIRONMENT VARIABLES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1481328"/>
            <a:ext cx="5989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DATABASE_URL — SQLite (dev) / PostgreSQL URL (prod)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SECRET_KEY — JWT signing secret (auto-generated on Render)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LLM_API_KEY — Groq API key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LLM_MODEL — default: llama-3.3-70b-versatile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UPSTASH_REDIS_URL + UPSTASH_REDIS_TOKEN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RESEND_API_KEY — email (optional, dev falls back to logs)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QUALITY_THRESHOLD — default 0.65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MAX_ITERATIONS — default 5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MAX_UPLOAD_SIZE_MB — default 50 (100 in compose)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FILE_STORAGE_PATH — default ./storage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429000"/>
            <a:ext cx="6263640" cy="219456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493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CLOUD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767328"/>
            <a:ext cx="5989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Backend → Render.com (free tier, Docker runtime, render.yaml)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Frontend → Vercel (SPA, vercel.json, CDN distribution)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render.yaml: SECRET_KEY auto-generated · sensitive vars sync:false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Frontend Dockerfile: multi-stage, Vite build → nginx static serve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CI/CD pipeline found in analyzed codebase (Render auto-deploy)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5715000"/>
            <a:ext cx="6263640" cy="91440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5779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NGINX 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603504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/api/* → proxy backend:8000 (proxy_read_timeout 300s)
/* → proxy frontend:80
client_max_body_size 100M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Complete System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End-to-end trace from user action to result — based on actual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806440" cy="226771"/>
          </a:xfrm>
          <a:prstGeom prst="rect">
            <a:avLst/>
          </a:prstGeom>
          <a:solidFill>
            <a:srgbClr val="1A263A"/>
          </a:solidFill>
          <a:ln w="38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16128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8BDF8"/>
                </a:solidFill>
                <a:latin typeface="Calibri"/>
              </a:rPr>
              <a:t>USER (Browser)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161288"/>
            <a:ext cx="37033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Enters prompt or uploads CSV · clicks Generate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8915"/>
            <a:ext cx="56692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9720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React SPA (Vite/TS)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397203"/>
            <a:ext cx="356616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Axios POST with Bearer token → API_BASE/api/...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14830"/>
            <a:ext cx="56692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63311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Nginx :80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633118"/>
            <a:ext cx="356616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/api/* proxied to FastAPI backend:8000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50745"/>
            <a:ext cx="56692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86903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8BDF8"/>
                </a:solidFill>
                <a:latin typeface="Calibri"/>
              </a:rPr>
              <a:t>FastAPI + 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869033"/>
            <a:ext cx="356616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JWT decoded · user_id validated · Pydantic body parsed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86660"/>
            <a:ext cx="56692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10494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Route 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104948"/>
            <a:ext cx="356616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datasets.py: upload_dataset() or generate_from_prompt()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322575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34086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File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340863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Uploaded to ./storage/uploads/{uuid}.csv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558490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257677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A78BFA"/>
                </a:solidFill>
                <a:latin typeface="Calibri"/>
              </a:rPr>
              <a:t>[A] SeedGeneratorAgent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576778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[prompt path] LLM → schema → 10-row seed 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794405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281269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dataset_profiler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2812693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Row/col stats, distributions, missing % (CPU-bound threadpool)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30320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04860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relationship_analyzer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048608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Pearson correlation matrix for numeric columns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266235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28452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8BDF8"/>
                </a:solidFill>
                <a:latin typeface="Calibri"/>
              </a:rPr>
              <a:t>Dataset DB 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284523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INSERT INTO datasets (profile_json, relationships_json, ...)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502150"/>
            <a:ext cx="553212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" y="3520438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Job DB 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3520438"/>
            <a:ext cx="342900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INSERT INTO jobs (status=PENDING)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738065"/>
            <a:ext cx="56692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3756353"/>
            <a:ext cx="19202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A78BFA"/>
                </a:solidFill>
                <a:latin typeface="Calibri"/>
              </a:rPr>
              <a:t>BackgroundTasks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3756353"/>
            <a:ext cx="356616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background_tasks.add_task(run_generation_job, job_id)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1143000"/>
            <a:ext cx="534924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4" y="116128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A78BFA"/>
                </a:solidFill>
                <a:latin typeface="Calibri"/>
              </a:rPr>
              <a:t>graph_worker.py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1161288"/>
            <a:ext cx="3154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Separate thread · SELECT FOR UPDATE · status=RUNNING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1378915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84264" y="139720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A78BFA"/>
                </a:solidFill>
                <a:latin typeface="Calibri"/>
              </a:rPr>
              <a:t>LangGraph: planner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1397203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RequirementSchemaAgent (NLP) → GenerationPlannerAgent (LLM) → GenerationPlan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14830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84264" y="163311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LangGraph: generator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633118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CTGAN / TVAE / GaussianCopula fit(real_df) + sample(N)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1850745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84264" y="186903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LangGraph: evaluator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1869033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KS-test + TVD + RF training + NearestNeighbors → overall_score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2086660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84264" y="210494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LangGraph: router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2104948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score &gt;= 0.65? → END  else if iter &lt; max → optimize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2322575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84264" y="234086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A78BFA"/>
                </a:solidFill>
                <a:latin typeface="Calibri"/>
              </a:rPr>
              <a:t>LangGraph: optimizer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40863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[if needed] OptimizationAgent → new model + params → re-generate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9400" y="2558490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84264" y="257677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Best-result fallback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2576778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If all iterations fail, best-seen result promoted to COMPLETED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29400" y="2794405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84264" y="281269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Synthetic CSV saved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2812693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os.rename(tmp → ./storage/synthetic/{name}.csv)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29400" y="3030320"/>
            <a:ext cx="521208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84264" y="304860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8BDF8"/>
                </a:solidFill>
                <a:latin typeface="Calibri"/>
              </a:rPr>
              <a:t>Job updated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3048608"/>
            <a:ext cx="301752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UPDATE jobs SET status=COMPLETED, synthetic_file_path=...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3266235"/>
            <a:ext cx="534924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47104" y="328452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FBBF24"/>
                </a:solidFill>
                <a:latin typeface="Calibri"/>
              </a:rPr>
              <a:t>React polls job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3284523"/>
            <a:ext cx="3154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JobTracker.tsx: GET /api/jobs/{id} every N seconds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3502150"/>
            <a:ext cx="5349240" cy="226771"/>
          </a:xfrm>
          <a:prstGeom prst="rect">
            <a:avLst/>
          </a:prstGeom>
          <a:solidFill>
            <a:srgbClr val="161E2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47104" y="3520438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4D399"/>
                </a:solidFill>
                <a:latin typeface="Calibri"/>
              </a:rPr>
              <a:t>User downloads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0" y="3520438"/>
            <a:ext cx="3154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GET /api/jobs/{id}/download → FileResponse (CSV)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3738065"/>
            <a:ext cx="5486400" cy="226771"/>
          </a:xfrm>
          <a:prstGeom prst="rect">
            <a:avLst/>
          </a:prstGeom>
          <a:solidFill>
            <a:srgbClr val="1A263A"/>
          </a:solidFill>
          <a:ln w="38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9944" y="3756353"/>
            <a:ext cx="201168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8BDF8"/>
                </a:solidFill>
                <a:latin typeface="Calibri"/>
              </a:rPr>
              <a:t>USER receives CSV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8200" y="3756353"/>
            <a:ext cx="3291840" cy="23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Synthetic dataset on disk, ready for use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5836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← UPLOAD / PROMPT PATH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JOB EXECUTION + POLLING / DOWNLOAD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 Light"/>
              </a:rPr>
              <a:t>Architecture Summary &amp;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Strengths · limitations · technical risks · 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685800"/>
          </a:xfrm>
          <a:prstGeom prst="rect">
            <a:avLst/>
          </a:prstGeom>
          <a:solidFill>
            <a:srgbClr val="161E2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  <a:latin typeface="Calibri"/>
              </a:rPr>
              <a:t>WHAT THE SYSTEM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Synthetix is a full-stack, AI-powered synthetic data generation platform. Users upload real datasets or describe data in natural language. An LLM-driven agentic pipeline (LangGraph) automatically plans, generates (SDV: CTGAN/TVAE/GaussianCopula), and iteratively evaluates synthetic data against statistical, privacy, and ML-utility thresholds. Users download the result as 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3703320" cy="4480560"/>
          </a:xfrm>
          <a:prstGeom prst="rect">
            <a:avLst/>
          </a:prstGeom>
          <a:solidFill>
            <a:srgbClr val="161E2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70332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8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✓ 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8600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Full agentic loop: plan → generate → evaluate → optimize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Three SDV models with LLM-driven hyperparameter selection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Tri-metric evaluation: statistical + privacy + ML utility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Best-result fallback prevents total failures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Error sanitiser: zero internal leakage to API clients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OTP + disposable email block → solid signup security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File-path state (not DataFrames) in LangGraph → serializable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Atomic file writes prevent partial synthetic file corruption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Dual input modes: file upload AND natural language prompt</a:t>
            </a:r>
          </a:p>
          <a:p>
            <a:pPr algn="l"/>
            <a:r>
              <a:rPr sz="850">
                <a:solidFill>
                  <a:srgbClr val="34D399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Seed generator with Faker fallback — highly resilient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8" y="1920240"/>
            <a:ext cx="3703320" cy="4480560"/>
          </a:xfrm>
          <a:prstGeom prst="rect">
            <a:avLst/>
          </a:prstGeom>
          <a:solidFill>
            <a:srgbClr val="161E2B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8" y="1920240"/>
            <a:ext cx="3703320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⚠ CURRENT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28600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BackgroundTasks is in-process (no worker isolation)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Celery/RQ → cannot scale job workers independently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Redis module initialized but caching not yet active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Password reset is placeholder (not production-ready)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rate limiting on API endpoints (DDoS surface)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Local file storage incompatible with multi-replica deploy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LangGraph workflow is synchronous (blocks the thread)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streaming progress updates (frontend polls only)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No test suite found in analyzed codebase</a:t>
            </a:r>
          </a:p>
          <a:p>
            <a:pPr algn="l"/>
            <a:r>
              <a:rPr sz="850">
                <a:solidFill>
                  <a:srgbClr val="FBBF24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SQLite default not suitable for concurrent writes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703320" cy="4480560"/>
          </a:xfrm>
          <a:prstGeom prst="rect">
            <a:avLst/>
          </a:prstGeom>
          <a:solidFill>
            <a:srgbClr val="161E2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1920240"/>
            <a:ext cx="370332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1938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117"/>
                </a:solidFill>
                <a:latin typeface="Calibri"/>
              </a:rPr>
              <a:t>🔮 RECOMMENDED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28600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Celery + Redis for proper background job queue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Implement JWT refresh token + revocation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API rate limiting (slowapi / fastapi-limiter)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Complete password reset token flow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S3/GCS for file storage (multi-replica ready)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Activate Redis caching for profiles &amp; templates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comprehensive test suite (pytest + httpx)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async streaming via WebSocket for job progress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Add PostgreSQL full-text search on dataset prompts</a:t>
            </a:r>
          </a:p>
          <a:p>
            <a:pPr algn="l"/>
            <a:r>
              <a:rPr sz="850">
                <a:solidFill>
                  <a:srgbClr val="A78BFA"/>
                </a:solidFill>
                <a:latin typeface="Calibri"/>
              </a:rPr>
              <a:t>▪ </a:t>
            </a:r>
            <a:r>
              <a:rPr sz="850">
                <a:solidFill>
                  <a:srgbClr val="CBD5E1"/>
                </a:solidFill>
                <a:latin typeface="Calibri"/>
              </a:rPr>
              <a:t>Consider LLM fallback providers (OpenAI, Gemini)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SYNTHETIX  ·  Technical Architecture Analysis  ·  Based on actual source code  ·  All claims verified against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